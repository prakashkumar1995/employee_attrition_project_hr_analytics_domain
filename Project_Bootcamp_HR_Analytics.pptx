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0DC4F-24A4-4CFA-ADDF-C080E21F78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418B28-2707-4C80-8EA2-54B0E6A566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A859E-AEAD-42FE-9B23-DA75D9654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EA895-D440-4614-B182-607342046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C3C7A-80EC-47BA-9D8F-DE4632E5F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587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0C2E1-F1DE-44CC-9F92-0028CE5E3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FA43A-33B5-4C74-B8D1-BCD0E3388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61175-7167-4BC8-B57C-6E4A119AA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2D4FE-F1DC-4DD3-A94A-E06CB08A0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E9E6C-4CFE-4485-8475-EF8F18DF6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9305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CFD46-648F-441A-89D4-EF1CCE639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5ECE6-F8B9-433B-AD47-BC33C435F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EDB90-5FA3-4AE4-AF18-DE4A2D05B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0F0EA-629C-4FFC-89B0-FDC4FC8D4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AD897-3693-4350-BFE3-78CC78AA2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500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6EF5B-81AF-4A68-8CFA-5019C1849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EACA5-C6DB-491F-B0FD-AFAF66F922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48B5DE-42C0-42D9-9B20-745A6DDA6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CBD792-394D-4616-BF41-B204E46FA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0567C8-7D4C-4611-90EA-926B8FD78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8B9F38-A159-430E-8852-9C83DB7A6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5974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46E1-96BE-44A1-ACBE-23324980A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F7C616-B2B3-4A42-9EFF-2277E85CF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175413-8F5B-4F52-95BA-C6E0344AE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9FD027-8629-4D4C-8F35-A07BE019F3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AD6908-195B-4F05-9D61-3E33110F55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057F7E-86D2-4F5C-BCC9-46211AB68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C1634A-319C-4637-A40F-13D656560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A1A508-6088-480C-ACDA-CAF769ABF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471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1DA17-ED65-491D-937D-51345DAE8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7E3B69-A289-47B1-931E-106C2C5B8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583A8E-DF50-453A-B103-F00455233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0F8868-C996-4DBF-9F14-F1CCE8D83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306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3123F7-9EB9-49BE-B998-723C09ED1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35CA01-90BB-4375-BF3D-2E3B00ED5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0D31D2-3CA7-45F1-9325-FB51EBD0E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332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2A4D-A8A7-4148-BF11-D294F2242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5DADB-9CE6-4F05-975D-A9B4AEDB3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075876-7381-4BA8-8203-C2FF41C767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F95144-BFE6-4A82-85E9-3C8278D14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0DF1BA-E6D7-4BB0-8F6B-818786891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4A2B24-DC9B-4547-BF01-A6F5D55CD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455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A8E04-5256-419C-86BB-EB7818CE7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DC1FB7-F415-4EBF-B9D0-68D30FF48D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D69BA6-71F5-48AF-893C-DBD4C08A62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6334E5-279D-409B-B46B-A5CDE91F7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776529-4DCB-4E13-A345-5C37CEC65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94460D-5F5C-459A-9334-0076221DC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520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0CD7C-D901-4200-84A3-161DE7864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85DDCA-79EB-4111-91E4-AD4146A504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0B0F8-1265-4465-BEDB-308D51C04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A94D21-8FD1-41C9-A431-EAAB165AF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8285E-5DA1-4782-99CC-5D8E6C35E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5704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01613E-6C49-4F2F-BD89-2CA8761560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7BD9B1-20DA-4D03-B62C-117379168D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AA9BE-4E7D-42AF-AD6B-D5F39553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FD15A-8D28-4DBA-B597-1460BB22C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41D46-6749-4BD0-870E-EBFD3A914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7397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7E4673-EC05-4591-B78A-1EA1F4829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10D303-2DAB-49BD-9188-EFC359700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72E3D-0EA4-455A-889C-C0A4E03F35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47244-23B7-4795-8E71-D26581CDEC16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4190B-0AEF-423C-8B65-054F9491A4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1FCAD-4AE5-4D88-A6EE-3B9C24BF4C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619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FA8170-E0F2-485F-8C41-2F684B3B3353}"/>
              </a:ext>
            </a:extLst>
          </p:cNvPr>
          <p:cNvSpPr txBox="1"/>
          <p:nvPr/>
        </p:nvSpPr>
        <p:spPr>
          <a:xfrm>
            <a:off x="2967318" y="2659559"/>
            <a:ext cx="64904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Project Bootcamp Program</a:t>
            </a:r>
          </a:p>
        </p:txBody>
      </p:sp>
    </p:spTree>
    <p:extLst>
      <p:ext uri="{BB962C8B-B14F-4D97-AF65-F5344CB8AC3E}">
        <p14:creationId xmlns:p14="http://schemas.microsoft.com/office/powerpoint/2010/main" val="727385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EB84DE8-130A-427A-AFDF-7DF5100B00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0233963"/>
              </p:ext>
            </p:extLst>
          </p:nvPr>
        </p:nvGraphicFramePr>
        <p:xfrm>
          <a:off x="1140757" y="1515035"/>
          <a:ext cx="9159690" cy="22468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3598">
                  <a:extLst>
                    <a:ext uri="{9D8B030D-6E8A-4147-A177-3AD203B41FA5}">
                      <a16:colId xmlns:a16="http://schemas.microsoft.com/office/drawing/2014/main" val="95570728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809435339"/>
                    </a:ext>
                  </a:extLst>
                </a:gridCol>
                <a:gridCol w="5127812">
                  <a:extLst>
                    <a:ext uri="{9D8B030D-6E8A-4147-A177-3AD203B41FA5}">
                      <a16:colId xmlns:a16="http://schemas.microsoft.com/office/drawing/2014/main" val="915409932"/>
                    </a:ext>
                  </a:extLst>
                </a:gridCol>
              </a:tblGrid>
              <a:tr h="397741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  <a:latin typeface="+mj-lt"/>
                        </a:rPr>
                        <a:t>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endParaRPr lang="en-IN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  <a:latin typeface="+mj-lt"/>
                        </a:rPr>
                        <a:t>Task 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7652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  <a:r>
                        <a:rPr lang="en-IN" b="0" baseline="30000" dirty="0">
                          <a:solidFill>
                            <a:schemeClr val="tx1"/>
                          </a:solidFill>
                          <a:latin typeface="+mj-lt"/>
                        </a:rPr>
                        <a:t>st</a:t>
                      </a:r>
                      <a:r>
                        <a:rPr lang="en-IN" b="0" dirty="0">
                          <a:solidFill>
                            <a:schemeClr val="tx1"/>
                          </a:solidFill>
                          <a:latin typeface="+mj-lt"/>
                        </a:rPr>
                        <a:t> Week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endParaRPr lang="en-IN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latin typeface="+mj-lt"/>
                        </a:rPr>
                        <a:t>Project Kick-off Meeting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9095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en-IN" sz="18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2</a:t>
                      </a:r>
                      <a:r>
                        <a:rPr lang="en-IN" sz="1800" b="0" kern="1200" baseline="300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nd</a:t>
                      </a:r>
                      <a:r>
                        <a:rPr lang="en-IN" sz="18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Week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latin typeface="+mj-lt"/>
                        </a:rPr>
                        <a:t>Implementation of KPI’s using Excel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2198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18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3</a:t>
                      </a:r>
                      <a:r>
                        <a:rPr lang="en-IN" sz="1800" b="0" kern="1200" baseline="300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rd</a:t>
                      </a:r>
                      <a:r>
                        <a:rPr lang="en-IN" sz="18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Week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 Light" panose="020F03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latin typeface="+mj-lt"/>
                        </a:rPr>
                        <a:t>Implementation of KPI’s using Tableau </a:t>
                      </a:r>
                      <a:r>
                        <a:rPr lang="en-IN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 MySQL</a:t>
                      </a:r>
                      <a:endParaRPr lang="en-IN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9516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IN" sz="18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4</a:t>
                      </a:r>
                      <a:r>
                        <a:rPr lang="en-IN" sz="1800" b="0" kern="1200" baseline="300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th</a:t>
                      </a:r>
                      <a:r>
                        <a:rPr lang="en-IN" sz="18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Week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 Light" panose="020F03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Implementation of KPI’s using Power BI/ MYSQL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6074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latin typeface="+mj-lt"/>
                        </a:rPr>
                        <a:t>5</a:t>
                      </a:r>
                      <a:r>
                        <a:rPr lang="en-IN" b="0" baseline="30000" dirty="0">
                          <a:solidFill>
                            <a:schemeClr val="tx1"/>
                          </a:solidFill>
                          <a:latin typeface="+mj-lt"/>
                        </a:rPr>
                        <a:t>th</a:t>
                      </a:r>
                      <a:r>
                        <a:rPr lang="en-IN" b="0" dirty="0">
                          <a:solidFill>
                            <a:schemeClr val="tx1"/>
                          </a:solidFill>
                          <a:latin typeface="+mj-lt"/>
                        </a:rPr>
                        <a:t> Week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 Light" panose="020F03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latin typeface="+mj-lt"/>
                        </a:rPr>
                        <a:t>Final Presentation of the Project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9454813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73634B5E-D67D-4D2E-8864-3ACF0DEEB698}"/>
              </a:ext>
            </a:extLst>
          </p:cNvPr>
          <p:cNvSpPr/>
          <p:nvPr/>
        </p:nvSpPr>
        <p:spPr>
          <a:xfrm>
            <a:off x="5042647" y="197223"/>
            <a:ext cx="2106706" cy="57374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en-IN" dirty="0"/>
              <a:t>Timelines</a:t>
            </a:r>
          </a:p>
        </p:txBody>
      </p:sp>
    </p:spTree>
    <p:extLst>
      <p:ext uri="{BB962C8B-B14F-4D97-AF65-F5344CB8AC3E}">
        <p14:creationId xmlns:p14="http://schemas.microsoft.com/office/powerpoint/2010/main" val="3594588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077AC93-8CEB-4831-9658-70875591FD2D}"/>
              </a:ext>
            </a:extLst>
          </p:cNvPr>
          <p:cNvSpPr/>
          <p:nvPr/>
        </p:nvSpPr>
        <p:spPr>
          <a:xfrm>
            <a:off x="5020235" y="304800"/>
            <a:ext cx="2088777" cy="62752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Datasets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EEE7D0-913B-48AD-B82F-0E6B3078E7A2}"/>
              </a:ext>
            </a:extLst>
          </p:cNvPr>
          <p:cNvSpPr txBox="1"/>
          <p:nvPr/>
        </p:nvSpPr>
        <p:spPr>
          <a:xfrm>
            <a:off x="1541930" y="1506071"/>
            <a:ext cx="987910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Domain : HR Analytics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Project Name: Employee Attrition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Dataset Name: HR_1 &amp; HR_2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Dataset Type: Excel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Dataset Size: 50k records each</a:t>
            </a:r>
          </a:p>
        </p:txBody>
      </p:sp>
    </p:spTree>
    <p:extLst>
      <p:ext uri="{BB962C8B-B14F-4D97-AF65-F5344CB8AC3E}">
        <p14:creationId xmlns:p14="http://schemas.microsoft.com/office/powerpoint/2010/main" val="2309535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578BB5C-3AC2-487C-8932-529ABA1B195B}"/>
              </a:ext>
            </a:extLst>
          </p:cNvPr>
          <p:cNvSpPr/>
          <p:nvPr/>
        </p:nvSpPr>
        <p:spPr>
          <a:xfrm>
            <a:off x="5253319" y="197223"/>
            <a:ext cx="1864658" cy="6454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KPI’s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92308F-C161-4EA2-9B50-5081F8A3213D}"/>
              </a:ext>
            </a:extLst>
          </p:cNvPr>
          <p:cNvSpPr txBox="1"/>
          <p:nvPr/>
        </p:nvSpPr>
        <p:spPr>
          <a:xfrm>
            <a:off x="546847" y="1308847"/>
            <a:ext cx="1123277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j-lt"/>
              </a:rPr>
              <a:t>Average Attrition rate for all Departments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j-lt"/>
              </a:rPr>
              <a:t>Average Hourly rate of Male Research Scientist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j-lt"/>
              </a:rPr>
              <a:t>Attrition rate Vs Monthly income stats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j-lt"/>
              </a:rPr>
              <a:t>Average working years for each Department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j-lt"/>
              </a:rPr>
              <a:t>Job Role Vs Work life balance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j-lt"/>
              </a:rPr>
              <a:t>Attrition rate Vs Year since last promotion relation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23493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322</TotalTime>
  <Words>116</Words>
  <Application>Microsoft Office PowerPoint</Application>
  <PresentationFormat>Widescreen</PresentationFormat>
  <Paragraphs>36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Shubham Kabre</dc:creator>
  <cp:lastModifiedBy>eez arif</cp:lastModifiedBy>
  <cp:revision>33</cp:revision>
  <dcterms:created xsi:type="dcterms:W3CDTF">2022-01-08T11:53:28Z</dcterms:created>
  <dcterms:modified xsi:type="dcterms:W3CDTF">2026-03-28T04:08:26Z</dcterms:modified>
</cp:coreProperties>
</file>